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Agricultural Crop Production &amp; Yield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 &amp; Analytics Platform</a:t>
            </a:r>
          </a:p>
          <a:p>
            <a:r>
              <a:t>Azure Databricks | Delta Lake | Airflow | Azure Blob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 cloud-based ETL and analytics pipeline</a:t>
            </a:r>
          </a:p>
          <a:p>
            <a:pPr lvl="1"/>
            <a:r>
              <a:t>Ingest raw crop production data</a:t>
            </a:r>
          </a:p>
          <a:p>
            <a:pPr lvl="1"/>
            <a:r>
              <a:t>Process using Medallion Architecture (Bronze, Silver, Gold)</a:t>
            </a:r>
          </a:p>
          <a:p>
            <a:pPr lvl="1"/>
            <a:r>
              <a:t>Automate workflow using Airflow</a:t>
            </a:r>
          </a:p>
          <a:p>
            <a:pPr lvl="1"/>
            <a:r>
              <a:t>Deliver insights via 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CSV → Azure Blob (Raw)</a:t>
            </a:r>
          </a:p>
          <a:p>
            <a:pPr lvl="1"/>
            <a:r>
              <a:t>Raw → Bronze (Delta ingestion)</a:t>
            </a:r>
          </a:p>
          <a:p>
            <a:pPr lvl="1"/>
            <a:r>
              <a:t>Bronze → Silver (Cleaned &amp; validated data)</a:t>
            </a:r>
          </a:p>
          <a:p>
            <a:pPr lvl="1"/>
            <a:r>
              <a:t>Silver → Gold (Aggregated business tables)</a:t>
            </a:r>
          </a:p>
          <a:p>
            <a:pPr lvl="1"/>
            <a:r>
              <a:t>Gold → Dashboard</a:t>
            </a:r>
          </a:p>
          <a:p>
            <a:pPr lvl="1"/>
            <a:r>
              <a:t>Airflow orchestrates the full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Storage Structure (crop-data container)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raw/ → Original CSV data</a:t>
            </a:r>
          </a:p>
          <a:p>
            <a:pPr lvl="1"/>
            <a:r>
              <a:t>bronze/ → Raw Delta tables</a:t>
            </a:r>
          </a:p>
          <a:p>
            <a:pPr lvl="1"/>
            <a:r>
              <a:t>silver/ → Cleaned Delta tables</a:t>
            </a:r>
          </a:p>
          <a:p>
            <a:pPr lvl="1"/>
            <a:r>
              <a:t>gold/ → Business aggregated tables</a:t>
            </a:r>
          </a:p>
          <a:p>
            <a:pPr lvl="1"/>
            <a:r>
              <a:t>Structured Medallion architecture for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Layer – Raw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crop_data.csv from Azure Blob</a:t>
            </a:r>
          </a:p>
          <a:p>
            <a:pPr lvl="1"/>
            <a:r>
              <a:t>Loads into Spark DataFrame</a:t>
            </a:r>
          </a:p>
          <a:p>
            <a:pPr lvl="1"/>
            <a:r>
              <a:t>Writes to Delta format (bronze/crop_data)</a:t>
            </a:r>
          </a:p>
          <a:p>
            <a:pPr lvl="1"/>
            <a:r>
              <a:t>Maintains raw structure for traceability</a:t>
            </a:r>
          </a:p>
          <a:p>
            <a:pPr lvl="1"/>
            <a:r>
              <a:t>Enables replay and audit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 – Data Cleaning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Removes null values and duplicates</a:t>
            </a:r>
          </a:p>
          <a:p>
            <a:pPr lvl="1"/>
            <a:r>
              <a:t>Standardizes column names and data types</a:t>
            </a:r>
          </a:p>
          <a:p>
            <a:pPr lvl="1"/>
            <a:r>
              <a:t>Performs validation checks</a:t>
            </a:r>
          </a:p>
          <a:p>
            <a:pPr lvl="1"/>
            <a:r>
              <a:t>Produces trusted dataset (silver/crop_data)</a:t>
            </a:r>
          </a:p>
          <a:p>
            <a:pPr lvl="1"/>
            <a:r>
              <a:t>Prepares data for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 – Business Aggregations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business-ready aggregated tables</a:t>
            </a:r>
          </a:p>
          <a:p>
            <a:pPr lvl="1"/>
            <a:r>
              <a:t>crop_trend → Yearly production per crop</a:t>
            </a:r>
          </a:p>
          <a:p>
            <a:pPr lvl="1"/>
            <a:r>
              <a:t>seasonal_performance → Average yield per season</a:t>
            </a:r>
          </a:p>
          <a:p>
            <a:pPr lvl="1"/>
            <a:r>
              <a:t>region_performance → Average yield per state</a:t>
            </a:r>
          </a:p>
          <a:p>
            <a:pPr lvl="1"/>
            <a:r>
              <a:t>Optimized for dashboard consumption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Automation (Airflow)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Airflow DAG: agri_pipeline_workflow</a:t>
            </a:r>
          </a:p>
          <a:p>
            <a:pPr lvl="1"/>
            <a:r>
              <a:t>Triggers Databricks Job</a:t>
            </a:r>
          </a:p>
          <a:p>
            <a:pPr lvl="1"/>
            <a:r>
              <a:t>Executes Bronze → Silver → Gold notebooks</a:t>
            </a:r>
          </a:p>
          <a:p>
            <a:pPr lvl="1"/>
            <a:r>
              <a:t>Monitors execution status</a:t>
            </a:r>
          </a:p>
          <a:p>
            <a:pPr lvl="1"/>
            <a:r>
              <a:t>Enables scheduled and automated refresh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 Production Trend Analysis</a:t>
            </a:r>
          </a:p>
          <a:p>
            <a:pPr lvl="1"/>
            <a:r>
              <a:t>Seasonal Yield Performance Comparison</a:t>
            </a:r>
          </a:p>
          <a:p>
            <a:pPr lvl="1"/>
            <a:r>
              <a:t>Top Performing States Identification</a:t>
            </a:r>
          </a:p>
          <a:p>
            <a:pPr lvl="1"/>
            <a:r>
              <a:t>Supports data-driven agricultural planning</a:t>
            </a:r>
          </a:p>
          <a:p>
            <a:pPr lvl="1"/>
            <a:r>
              <a:t>Enables optimization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built in Databricks</a:t>
            </a:r>
          </a:p>
          <a:p>
            <a:pPr lvl="1"/>
            <a:r>
              <a:t>Line chart for production trends</a:t>
            </a:r>
          </a:p>
          <a:p>
            <a:pPr lvl="1"/>
            <a:r>
              <a:t>Bar charts for seasonal and regional analysis</a:t>
            </a:r>
          </a:p>
          <a:p>
            <a:pPr lvl="1"/>
            <a:r>
              <a:t>Executive-ready presentation format</a:t>
            </a:r>
          </a:p>
          <a:p>
            <a:pPr lvl="1"/>
            <a:r>
              <a:t>Real-time analytics from Gold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 &amp; ETL – Implemented Medallion architecture (30%)</a:t>
            </a:r>
          </a:p>
          <a:p>
            <a:pPr lvl="1"/>
            <a:r>
              <a:t>Analytics &amp; Insights – Aggregated Gold tables &amp; trends (25%)</a:t>
            </a:r>
          </a:p>
          <a:p>
            <a:pPr lvl="1"/>
            <a:r>
              <a:t>Workflow Automation – Airflow orchestration (20%)</a:t>
            </a:r>
          </a:p>
          <a:p>
            <a:pPr lvl="1"/>
            <a:r>
              <a:t>Visualization &amp; Reporting – Interactive dashboard (15%)</a:t>
            </a:r>
          </a:p>
          <a:p>
            <a:pPr lvl="1"/>
            <a:r>
              <a:t>Documentation &amp; Presentation – Structured architecture (10%)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end-to-end data engineering solution</a:t>
            </a:r>
          </a:p>
          <a:p>
            <a:pPr lvl="1"/>
            <a:r>
              <a:t>Cloud-native architecture using Azure</a:t>
            </a:r>
          </a:p>
          <a:p>
            <a:pPr lvl="1"/>
            <a:r>
              <a:t>Scalable, automated, and analytics-ready</a:t>
            </a:r>
          </a:p>
          <a:p>
            <a:pPr lvl="1"/>
            <a:r>
              <a:t>Enterprise-grade implementation</a:t>
            </a:r>
          </a:p>
          <a:p>
            <a:pPr lvl="1"/>
            <a:r>
              <a:t>Ready for production and business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Diagram – End-to-End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Blob</a:t>
            </a:r>
          </a:p>
          <a:p>
            <a:r>
              <a:t>(raw)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 Layer</a:t>
            </a:r>
          </a:p>
          <a:p>
            <a:r>
              <a:t>(Delta)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 Layer</a:t>
            </a:r>
          </a:p>
          <a:p>
            <a:r>
              <a:t>(Cleaned)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 Layer</a:t>
            </a:r>
          </a:p>
          <a:p>
            <a:r>
              <a:t>(Aggregated)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0" y="1097280"/>
            <a:ext cx="14630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Airflow</a:t>
            </a:r>
          </a:p>
          <a:p>
            <a:r>
              <a:t>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